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6BA0D6-1098-4DCE-8E27-BB23C5296D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3338031-A65E-40AB-9619-B05A60C11C1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2026-08-30T18:22:56Z</dcterms:modified>
  <cp:revision>1</cp:revision>
  <dc:subject/>
  <dc:title/>
</cp:coreProperties>
</file>